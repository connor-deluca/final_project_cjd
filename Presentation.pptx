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1C368-383E-47AD-8555-58A9569B635A}" v="13" dt="2025-12-05T20:10:23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85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26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79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3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64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8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78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1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20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0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/>
          <a:p>
            <a:r>
              <a:rPr lang="en-US" dirty="0"/>
              <a:t>Stranded – a Text-Based Adventure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264EC8-4A86-F5DD-7023-FB624B69A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Connor DeLuca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7389FE5-BAA8-0051-616C-06AF0508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A78CDD6-84E2-44A8-9C4F-E04BE0EF78EF}" type="datetime1">
              <a:pPr>
                <a:spcAft>
                  <a:spcPts val="600"/>
                </a:spcAft>
              </a:pPr>
              <a:t>12/9/2025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76EAE08-B903-5424-E16E-BBA2BBCE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3C584D-1392-403E-9D6D-F07B4B43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66D7A-9F27-52EF-7A90-AB756D051384}"/>
              </a:ext>
            </a:extLst>
          </p:cNvPr>
          <p:cNvSpPr/>
          <p:nvPr/>
        </p:nvSpPr>
        <p:spPr>
          <a:xfrm>
            <a:off x="600591" y="6289521"/>
            <a:ext cx="1518160" cy="483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B368-BE45-B7E9-7ED9-F86D30BE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3692-2D09-5115-6031-BA607F5B6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Basically, a sci-fi version of those escape room games that were very common during the time when graphics were more difficult to design and run.</a:t>
            </a:r>
          </a:p>
          <a:p>
            <a:r>
              <a:rPr lang="en-US" dirty="0"/>
              <a:t>The goal is for the user to be able to play through a choose-your-own adventure style </a:t>
            </a:r>
            <a:r>
              <a:rPr lang="en-US"/>
              <a:t>story that punishes or rewards the player for various actions.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FD788-0089-AE42-EB29-EB88FDC7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5497-42FD-48FB-8710-8451F52CB2BA}" type="datetime1"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58D8F-EC97-DDEC-0618-74FEB04F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E5FF4-96EB-0204-7F28-46134A01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739A44-4A0C-07A1-5774-BB830411CA63}"/>
              </a:ext>
            </a:extLst>
          </p:cNvPr>
          <p:cNvSpPr/>
          <p:nvPr/>
        </p:nvSpPr>
        <p:spPr>
          <a:xfrm>
            <a:off x="833713" y="6231653"/>
            <a:ext cx="1342419" cy="45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6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10A7A1-4612-3CA0-C816-AB301A4B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C1D9-596B-4CDB-85D8-B06714EFB9C8}" type="datetime1">
              <a:t>12/9/2025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00841-BCAF-E3D9-D91F-23669F42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ED37B-9B5C-088C-0CB9-151C5446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6D7D85-C886-51BC-2815-2A4E8377E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98" y="0"/>
            <a:ext cx="10014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2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D98B-2E61-5354-E88F-A5E40BAF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and Exception Handling?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907C4-DD60-6951-24FD-832BBD59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6134-2207-47ED-8AD9-0A106C0B94CF}" type="datetime1"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E822-8D2E-4405-7E2C-B3A37F22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E84B1-F39F-C5DB-B89D-5C2E175D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8788B-3D25-71CF-F97B-19BC5317AF4C}"/>
              </a:ext>
            </a:extLst>
          </p:cNvPr>
          <p:cNvSpPr/>
          <p:nvPr/>
        </p:nvSpPr>
        <p:spPr>
          <a:xfrm>
            <a:off x="833713" y="6231653"/>
            <a:ext cx="1342419" cy="45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yellow and green text&#10;&#10;AI-generated content may be incorrect.">
            <a:extLst>
              <a:ext uri="{FF2B5EF4-FFF2-40B4-BE49-F238E27FC236}">
                <a16:creationId xmlns:a16="http://schemas.microsoft.com/office/drawing/2014/main" id="{0C9AF6CE-B978-39BA-2653-59D9266A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2187575"/>
            <a:ext cx="9553575" cy="736600"/>
          </a:xfrm>
          <a:prstGeom prst="rect">
            <a:avLst/>
          </a:prstGeom>
        </p:spPr>
      </p:pic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E9E08E9-6D60-6BC0-E971-A7DD7257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" y="3094038"/>
            <a:ext cx="6164263" cy="33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4762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DashVTI</vt:lpstr>
      <vt:lpstr>Stranded – a Text-Based Adventure</vt:lpstr>
      <vt:lpstr>What is it?</vt:lpstr>
      <vt:lpstr>PowerPoint Presentation</vt:lpstr>
      <vt:lpstr>Polymorphism and Exception Handling?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</cp:revision>
  <dcterms:created xsi:type="dcterms:W3CDTF">2025-12-01T17:26:16Z</dcterms:created>
  <dcterms:modified xsi:type="dcterms:W3CDTF">2025-12-09T19:04:38Z</dcterms:modified>
</cp:coreProperties>
</file>